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발표자 노트: 분기 실적을 강조한다.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folio 분기 보고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2026년 1분기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주요 항목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첫째 항목</a:t>
            </a:r>
          </a:p>
          <a:p>
            <a:pPr/>
            <a:r>
              <a:t>둘째 항목</a:t>
            </a:r>
          </a:p>
          <a:p>
            <a:pPr lvl="1"/>
            <a:r>
              <a:t>하위 항목 A</a:t>
            </a:r>
          </a:p>
          <a:p>
            <a:pPr lvl="1"/>
            <a:r>
              <a:t>하위 항목 B</a:t>
            </a:r>
          </a:p>
          <a:p>
            <a:pPr/>
            <a:r>
              <a:t>셋째 항목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재고 표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828800"/>
          <a:ext cx="548640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1828800"/>
              </a:tblGrid>
              <a:tr h="548640">
                <a:tc>
                  <a:txBody>
                    <a:bodyPr/>
                    <a:lstStyle/>
                    <a:p>
                      <a:r>
                        <a:t>품목</a:t>
                      </a: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r>
                        <a:t>수량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t>사과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t>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그림 슬라이드</a:t>
            </a:r>
          </a:p>
        </p:txBody>
      </p:sp>
      <p:pic>
        <p:nvPicPr>
          <p:cNvPr id="3" name="Picture 2" descr="막대 차트 그림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828800"/>
            <a:ext cx="3657600" cy="24688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2026-01-01T00:00:00Z</dcterms:created>
  <dcterms:modified xsi:type="dcterms:W3CDTF">2026-01-01T00:00:00Z</dcterms:modified>
  <cp:category/>
</cp:coreProperties>
</file>